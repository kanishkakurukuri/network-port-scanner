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6"/>
  </p:notesMasterIdLst>
  <p:handoutMasterIdLst>
    <p:handoutMasterId r:id="rId17"/>
  </p:handoutMasterIdLst>
  <p:sldIdLst>
    <p:sldId id="338" r:id="rId5"/>
    <p:sldId id="327" r:id="rId6"/>
    <p:sldId id="315" r:id="rId7"/>
    <p:sldId id="329" r:id="rId8"/>
    <p:sldId id="302" r:id="rId9"/>
    <p:sldId id="339" r:id="rId10"/>
    <p:sldId id="340" r:id="rId11"/>
    <p:sldId id="341" r:id="rId12"/>
    <p:sldId id="342" r:id="rId13"/>
    <p:sldId id="344" r:id="rId14"/>
    <p:sldId id="30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95" d="100"/>
          <a:sy n="95" d="100"/>
        </p:scale>
        <p:origin x="110"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4/1/2026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4/1/2026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4/1/2026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4/1/2026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4/1/2026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638802" y="3202503"/>
            <a:ext cx="1868904" cy="861497"/>
          </a:xfrm>
        </p:spPr>
        <p:txBody>
          <a:bodyPr/>
          <a:lstStyle/>
          <a:p>
            <a:pPr algn="r"/>
            <a:r>
              <a:rPr lang="en-US" b="0" dirty="0">
                <a:solidFill>
                  <a:schemeClr val="tx1"/>
                </a:solidFill>
              </a:rPr>
              <a:t>Kanishka K</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3"/>
            <a:ext cx="4998720" cy="743448"/>
          </a:xfrm>
        </p:spPr>
        <p:txBody>
          <a:bodyPr>
            <a:normAutofit/>
          </a:bodyPr>
          <a:lstStyle/>
          <a:p>
            <a:r>
              <a:rPr lang="en-IN" dirty="0"/>
              <a:t>Network Port Scanner</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1">
            <a:extLst>
              <a:ext uri="{FF2B5EF4-FFF2-40B4-BE49-F238E27FC236}">
                <a16:creationId xmlns:a16="http://schemas.microsoft.com/office/drawing/2014/main" id="{824B8A32-9AB3-457E-82E1-C85D3203CE35}"/>
              </a:ext>
            </a:extLst>
          </p:cNvPr>
          <p:cNvSpPr txBox="1">
            <a:spLocks/>
          </p:cNvSpPr>
          <p:nvPr/>
        </p:nvSpPr>
        <p:spPr>
          <a:xfrm>
            <a:off x="6553200" y="29464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8" name="Text Placeholder 1">
            <a:extLst>
              <a:ext uri="{FF2B5EF4-FFF2-40B4-BE49-F238E27FC236}">
                <a16:creationId xmlns:a16="http://schemas.microsoft.com/office/drawing/2014/main" id="{824B8A32-9AB3-457E-82E1-C85D3203CE35}"/>
              </a:ext>
            </a:extLst>
          </p:cNvPr>
          <p:cNvSpPr txBox="1">
            <a:spLocks/>
          </p:cNvSpPr>
          <p:nvPr/>
        </p:nvSpPr>
        <p:spPr>
          <a:xfrm>
            <a:off x="6705600" y="30988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3" name="Text Placeholder 1">
            <a:extLst>
              <a:ext uri="{FF2B5EF4-FFF2-40B4-BE49-F238E27FC236}">
                <a16:creationId xmlns:a16="http://schemas.microsoft.com/office/drawing/2014/main" id="{F66C6EBB-597F-CEA2-E411-D8210E2B116D}"/>
              </a:ext>
            </a:extLst>
          </p:cNvPr>
          <p:cNvSpPr txBox="1">
            <a:spLocks/>
          </p:cNvSpPr>
          <p:nvPr/>
        </p:nvSpPr>
        <p:spPr>
          <a:xfrm>
            <a:off x="4663025" y="4287344"/>
            <a:ext cx="5084929"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r"/>
            <a:r>
              <a:rPr lang="en-US" b="0" dirty="0" err="1">
                <a:solidFill>
                  <a:schemeClr val="tx1"/>
                </a:solidFill>
              </a:rPr>
              <a:t>Seshadripuram</a:t>
            </a:r>
            <a:r>
              <a:rPr lang="en-US" b="0" dirty="0">
                <a:solidFill>
                  <a:schemeClr val="tx1"/>
                </a:solidFill>
              </a:rPr>
              <a:t> Degree College</a:t>
            </a:r>
            <a:endParaRPr lang="en-IN" b="0" dirty="0">
              <a:solidFill>
                <a:schemeClr val="tx1"/>
              </a:solidFill>
            </a:endParaRPr>
          </a:p>
        </p:txBody>
      </p:sp>
      <p:sp>
        <p:nvSpPr>
          <p:cNvPr id="9" name="Text Placeholder 1">
            <a:extLst>
              <a:ext uri="{FF2B5EF4-FFF2-40B4-BE49-F238E27FC236}">
                <a16:creationId xmlns:a16="http://schemas.microsoft.com/office/drawing/2014/main" id="{8D468F96-767D-7AE9-4D4B-514C52317D97}"/>
              </a:ext>
            </a:extLst>
          </p:cNvPr>
          <p:cNvSpPr txBox="1">
            <a:spLocks/>
          </p:cNvSpPr>
          <p:nvPr/>
        </p:nvSpPr>
        <p:spPr>
          <a:xfrm>
            <a:off x="4700755" y="3834349"/>
            <a:ext cx="5084928"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r"/>
            <a:r>
              <a:rPr lang="en-IN" b="0" dirty="0">
                <a:solidFill>
                  <a:schemeClr val="tx1"/>
                </a:solidFill>
              </a:rPr>
              <a:t> STU68766a45e51e81752590917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nodePh="1">
                                  <p:stCondLst>
                                    <p:cond delay="0"/>
                                  </p:stCondLst>
                                  <p:endCondLst>
                                    <p:cond evt="begin" delay="0">
                                      <p:tn val="35"/>
                                    </p:cond>
                                  </p:end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ppt_w</p:attrName>
                                        </p:attrNameLst>
                                      </p:cBhvr>
                                      <p:tavLst>
                                        <p:tav tm="0">
                                          <p:val>
                                            <p:fltVal val="0"/>
                                          </p:val>
                                        </p:tav>
                                        <p:tav tm="100000">
                                          <p:val>
                                            <p:strVal val="#ppt_w"/>
                                          </p:val>
                                        </p:tav>
                                      </p:tavLst>
                                    </p:anim>
                                    <p:anim calcmode="lin" valueType="num">
                                      <p:cBhvr>
                                        <p:cTn id="38" dur="500" fill="hold"/>
                                        <p:tgtEl>
                                          <p:spTgt spid="7"/>
                                        </p:tgtEl>
                                        <p:attrNameLst>
                                          <p:attrName>ppt_h</p:attrName>
                                        </p:attrNameLst>
                                      </p:cBhvr>
                                      <p:tavLst>
                                        <p:tav tm="0">
                                          <p:val>
                                            <p:fltVal val="0"/>
                                          </p:val>
                                        </p:tav>
                                        <p:tav tm="100000">
                                          <p:val>
                                            <p:strVal val="#ppt_h"/>
                                          </p:val>
                                        </p:tav>
                                      </p:tavLst>
                                    </p:anim>
                                    <p:animEffect transition="in" filter="fade">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nodePh="1">
                                  <p:stCondLst>
                                    <p:cond delay="0"/>
                                  </p:stCondLst>
                                  <p:endCondLst>
                                    <p:cond evt="begin" delay="0">
                                      <p:tn val="42"/>
                                    </p:cond>
                                  </p:endCondLst>
                                  <p:childTnLst>
                                    <p:set>
                                      <p:cBhvr>
                                        <p:cTn id="43" dur="1" fill="hold">
                                          <p:stCondLst>
                                            <p:cond delay="0"/>
                                          </p:stCondLst>
                                        </p:cTn>
                                        <p:tgtEl>
                                          <p:spTgt spid="8"/>
                                        </p:tgtEl>
                                        <p:attrNameLst>
                                          <p:attrName>style.visibility</p:attrName>
                                        </p:attrNameLst>
                                      </p:cBhvr>
                                      <p:to>
                                        <p:strVal val="visible"/>
                                      </p:to>
                                    </p:set>
                                    <p:anim calcmode="lin" valueType="num">
                                      <p:cBhvr>
                                        <p:cTn id="44" dur="500" fill="hold"/>
                                        <p:tgtEl>
                                          <p:spTgt spid="8"/>
                                        </p:tgtEl>
                                        <p:attrNameLst>
                                          <p:attrName>ppt_w</p:attrName>
                                        </p:attrNameLst>
                                      </p:cBhvr>
                                      <p:tavLst>
                                        <p:tav tm="0">
                                          <p:val>
                                            <p:fltVal val="0"/>
                                          </p:val>
                                        </p:tav>
                                        <p:tav tm="100000">
                                          <p:val>
                                            <p:strVal val="#ppt_w"/>
                                          </p:val>
                                        </p:tav>
                                      </p:tavLst>
                                    </p:anim>
                                    <p:anim calcmode="lin" valueType="num">
                                      <p:cBhvr>
                                        <p:cTn id="45" dur="500" fill="hold"/>
                                        <p:tgtEl>
                                          <p:spTgt spid="8"/>
                                        </p:tgtEl>
                                        <p:attrNameLst>
                                          <p:attrName>ppt_h</p:attrName>
                                        </p:attrNameLst>
                                      </p:cBhvr>
                                      <p:tavLst>
                                        <p:tav tm="0">
                                          <p:val>
                                            <p:fltVal val="0"/>
                                          </p:val>
                                        </p:tav>
                                        <p:tav tm="100000">
                                          <p:val>
                                            <p:strVal val="#ppt_h"/>
                                          </p:val>
                                        </p:tav>
                                      </p:tavLst>
                                    </p:anim>
                                    <p:animEffect transition="in" filter="fad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3">
                                            <p:txEl>
                                              <p:pRg st="0" end="0"/>
                                            </p:txEl>
                                          </p:spTgt>
                                        </p:tgtEl>
                                        <p:attrNameLst>
                                          <p:attrName>style.visibility</p:attrName>
                                        </p:attrNameLst>
                                      </p:cBhvr>
                                      <p:to>
                                        <p:strVal val="visible"/>
                                      </p:to>
                                    </p:set>
                                    <p:animEffect transition="in" filter="randombar(horizontal)">
                                      <p:cBhvr>
                                        <p:cTn id="51" dur="500"/>
                                        <p:tgtEl>
                                          <p:spTgt spid="3">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grpId="0" nodeType="clickEffect">
                                  <p:stCondLst>
                                    <p:cond delay="0"/>
                                  </p:stCondLst>
                                  <p:childTnLst>
                                    <p:set>
                                      <p:cBhvr>
                                        <p:cTn id="55" dur="1" fill="hold">
                                          <p:stCondLst>
                                            <p:cond delay="0"/>
                                          </p:stCondLst>
                                        </p:cTn>
                                        <p:tgtEl>
                                          <p:spTgt spid="9">
                                            <p:txEl>
                                              <p:pRg st="0" end="0"/>
                                            </p:txEl>
                                          </p:spTgt>
                                        </p:tgtEl>
                                        <p:attrNameLst>
                                          <p:attrName>style.visibility</p:attrName>
                                        </p:attrNameLst>
                                      </p:cBhvr>
                                      <p:to>
                                        <p:strVal val="visible"/>
                                      </p:to>
                                    </p:set>
                                    <p:animEffect transition="in" filter="randombar(horizontal)">
                                      <p:cBhvr>
                                        <p:cTn id="56"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7" grpId="0"/>
      <p:bldP spid="8" grpId="0"/>
      <p:bldP spid="3" grpId="0" build="p"/>
      <p:bldP spid="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lstStyle/>
          <a:p>
            <a:r>
              <a:rPr lang="en-US" dirty="0"/>
              <a:t>A lot of people who are just starting out and small organizations do not have access to tools to check open ports in a network. </a:t>
            </a:r>
          </a:p>
          <a:p>
            <a:r>
              <a:rPr lang="en-US" dirty="0"/>
              <a:t>This project is about making a network port scanner that is easy to use. The network port scanner will help network port scanner users see which ports are open and which are closed without needing to know a lot, about technology.</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949156" y="749066"/>
            <a:ext cx="6276109" cy="830997"/>
          </a:xfrm>
        </p:spPr>
        <p:txBody>
          <a:bodyPr>
            <a:normAutofit fontScale="90000"/>
          </a:bodyPr>
          <a:lstStyle/>
          <a:p>
            <a:r>
              <a:rPr lang="en-GB" dirty="0"/>
              <a:t>Project Description</a:t>
            </a:r>
            <a:br>
              <a:rPr lang="en-GB" dirty="0"/>
            </a:br>
            <a:br>
              <a:rPr lang="en-GB" dirty="0"/>
            </a:br>
            <a:r>
              <a:rPr lang="en-US" sz="2200" b="0" dirty="0"/>
              <a:t>The Network Port Scanner is a project made with Python. It checks if certain ports on a system are open or closed. It teaches them about networks and basic cybersecurity concepts in a way that's easy to understand. </a:t>
            </a:r>
            <a:endParaRPr lang="en-IN" sz="22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r>
              <a:rPr lang="en-US" dirty="0"/>
              <a:t>People who are learning about networking or cybersecurity are the users.</a:t>
            </a:r>
          </a:p>
          <a:p>
            <a:pPr algn="just">
              <a:lnSpc>
                <a:spcPct val="150000"/>
              </a:lnSpc>
            </a:pPr>
            <a:r>
              <a:rPr lang="en-US" dirty="0"/>
              <a:t>Beginners who want to learn about hacking.</a:t>
            </a:r>
          </a:p>
          <a:p>
            <a:pPr algn="just">
              <a:lnSpc>
                <a:spcPct val="150000"/>
              </a:lnSpc>
            </a:pPr>
            <a:r>
              <a:rPr lang="en-IN" dirty="0"/>
              <a:t>Developers </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US" dirty="0"/>
              <a:t>Python </a:t>
            </a:r>
          </a:p>
          <a:p>
            <a:pPr lvl="1">
              <a:lnSpc>
                <a:spcPct val="150000"/>
              </a:lnSpc>
            </a:pPr>
            <a:r>
              <a:rPr lang="en-US" dirty="0"/>
              <a:t>Windows </a:t>
            </a:r>
          </a:p>
          <a:p>
            <a:pPr lvl="1">
              <a:lnSpc>
                <a:spcPct val="150000"/>
              </a:lnSpc>
            </a:pPr>
            <a:r>
              <a:rPr lang="en-US" dirty="0"/>
              <a:t>Port scanning </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pic>
        <p:nvPicPr>
          <p:cNvPr id="15" name="Picture 14">
            <a:extLst>
              <a:ext uri="{FF2B5EF4-FFF2-40B4-BE49-F238E27FC236}">
                <a16:creationId xmlns:a16="http://schemas.microsoft.com/office/drawing/2014/main" id="{12396D4E-BC70-10DD-0C18-B55A68DF65E2}"/>
              </a:ext>
            </a:extLst>
          </p:cNvPr>
          <p:cNvPicPr>
            <a:picLocks noChangeAspect="1"/>
          </p:cNvPicPr>
          <p:nvPr/>
        </p:nvPicPr>
        <p:blipFill>
          <a:blip r:embed="rId3"/>
          <a:stretch>
            <a:fillRect/>
          </a:stretch>
        </p:blipFill>
        <p:spPr>
          <a:xfrm>
            <a:off x="311321" y="1124276"/>
            <a:ext cx="3782452" cy="5028665"/>
          </a:xfrm>
          <a:prstGeom prst="rect">
            <a:avLst/>
          </a:prstGeom>
        </p:spPr>
      </p:pic>
      <p:pic>
        <p:nvPicPr>
          <p:cNvPr id="16" name="Picture 15">
            <a:extLst>
              <a:ext uri="{FF2B5EF4-FFF2-40B4-BE49-F238E27FC236}">
                <a16:creationId xmlns:a16="http://schemas.microsoft.com/office/drawing/2014/main" id="{10E92E81-6134-E58D-DD38-9931A4915135}"/>
              </a:ext>
            </a:extLst>
          </p:cNvPr>
          <p:cNvPicPr>
            <a:picLocks noChangeAspect="1"/>
          </p:cNvPicPr>
          <p:nvPr/>
        </p:nvPicPr>
        <p:blipFill>
          <a:blip r:embed="rId4"/>
          <a:stretch>
            <a:fillRect/>
          </a:stretch>
        </p:blipFill>
        <p:spPr>
          <a:xfrm>
            <a:off x="4750859" y="1124276"/>
            <a:ext cx="4133935" cy="4958922"/>
          </a:xfrm>
          <a:prstGeom prst="rect">
            <a:avLst/>
          </a:prstGeom>
        </p:spPr>
      </p:pic>
      <p:sp>
        <p:nvSpPr>
          <p:cNvPr id="17" name="TextBox 16">
            <a:extLst>
              <a:ext uri="{FF2B5EF4-FFF2-40B4-BE49-F238E27FC236}">
                <a16:creationId xmlns:a16="http://schemas.microsoft.com/office/drawing/2014/main" id="{7A5F9432-B59B-0575-7C9B-457F58525B47}"/>
              </a:ext>
            </a:extLst>
          </p:cNvPr>
          <p:cNvSpPr txBox="1"/>
          <p:nvPr/>
        </p:nvSpPr>
        <p:spPr>
          <a:xfrm>
            <a:off x="311321" y="6164245"/>
            <a:ext cx="6100010" cy="646331"/>
          </a:xfrm>
          <a:prstGeom prst="rect">
            <a:avLst/>
          </a:prstGeom>
          <a:noFill/>
        </p:spPr>
        <p:txBody>
          <a:bodyPr wrap="square">
            <a:spAutoFit/>
          </a:bodyPr>
          <a:lstStyle/>
          <a:p>
            <a:r>
              <a:rPr lang="en-IN"/>
              <a:t>https://github.com/kanishkakurukuri/Network-Port-Scanner</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endParaRPr lang="en-IN" b="0" u="sng" dirty="0">
              <a:solidFill>
                <a:srgbClr val="0070C0"/>
              </a:solidFill>
            </a:endParaRPr>
          </a:p>
        </p:txBody>
      </p:sp>
      <p:sp>
        <p:nvSpPr>
          <p:cNvPr id="3" name="Text Placeholder 2">
            <a:extLst>
              <a:ext uri="{FF2B5EF4-FFF2-40B4-BE49-F238E27FC236}">
                <a16:creationId xmlns:a16="http://schemas.microsoft.com/office/drawing/2014/main" id="{EEA32A66-89DA-603B-8167-28E8A21AF283}"/>
              </a:ext>
            </a:extLst>
          </p:cNvPr>
          <p:cNvSpPr>
            <a:spLocks noGrp="1"/>
          </p:cNvSpPr>
          <p:nvPr>
            <p:ph type="body" sz="quarter" idx="12"/>
          </p:nvPr>
        </p:nvSpPr>
        <p:spPr/>
        <p:txBody>
          <a:bodyPr/>
          <a:lstStyle/>
          <a:p>
            <a:endParaRPr lang="en-IN"/>
          </a:p>
        </p:txBody>
      </p:sp>
      <p:pic>
        <p:nvPicPr>
          <p:cNvPr id="6" name="Picture 5">
            <a:extLst>
              <a:ext uri="{FF2B5EF4-FFF2-40B4-BE49-F238E27FC236}">
                <a16:creationId xmlns:a16="http://schemas.microsoft.com/office/drawing/2014/main" id="{79987D15-9F36-B0AF-50D4-809B313FCF8D}"/>
              </a:ext>
            </a:extLst>
          </p:cNvPr>
          <p:cNvPicPr>
            <a:picLocks noChangeAspect="1"/>
          </p:cNvPicPr>
          <p:nvPr/>
        </p:nvPicPr>
        <p:blipFill>
          <a:blip r:embed="rId3"/>
          <a:stretch>
            <a:fillRect/>
          </a:stretch>
        </p:blipFill>
        <p:spPr>
          <a:xfrm>
            <a:off x="335036" y="1252537"/>
            <a:ext cx="9201003" cy="4625675"/>
          </a:xfrm>
          <a:prstGeom prst="rect">
            <a:avLst/>
          </a:prstGeom>
        </p:spPr>
      </p:pic>
      <p:sp>
        <p:nvSpPr>
          <p:cNvPr id="11" name="TextBox 10">
            <a:extLst>
              <a:ext uri="{FF2B5EF4-FFF2-40B4-BE49-F238E27FC236}">
                <a16:creationId xmlns:a16="http://schemas.microsoft.com/office/drawing/2014/main" id="{4547FC78-3196-B8C8-2413-F8224685A704}"/>
              </a:ext>
            </a:extLst>
          </p:cNvPr>
          <p:cNvSpPr txBox="1"/>
          <p:nvPr/>
        </p:nvSpPr>
        <p:spPr>
          <a:xfrm>
            <a:off x="320982" y="6010192"/>
            <a:ext cx="6100010" cy="646331"/>
          </a:xfrm>
          <a:prstGeom prst="rect">
            <a:avLst/>
          </a:prstGeom>
          <a:noFill/>
        </p:spPr>
        <p:txBody>
          <a:bodyPr wrap="square">
            <a:spAutoFit/>
          </a:bodyPr>
          <a:lstStyle/>
          <a:p>
            <a:r>
              <a:rPr lang="en-IN"/>
              <a:t>https://github.com/kanishkakurukuri/Network-Port-Scanner</a:t>
            </a:r>
          </a:p>
        </p:txBody>
      </p:sp>
    </p:spTree>
    <p:extLst>
      <p:ext uri="{BB962C8B-B14F-4D97-AF65-F5344CB8AC3E}">
        <p14:creationId xmlns:p14="http://schemas.microsoft.com/office/powerpoint/2010/main" val="289115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Protection from browser attacks</a:t>
            </a:r>
            <a:r>
              <a:rPr lang="en-GB" b="1" dirty="0">
                <a:solidFill>
                  <a:schemeClr val="tx1"/>
                </a:solidFill>
              </a:rPr>
              <a:t> </a:t>
            </a:r>
            <a:endParaRPr lang="en-IN" b="1" dirty="0">
              <a:solidFill>
                <a:schemeClr val="tx1"/>
              </a:solidFill>
            </a:endParaRPr>
          </a:p>
        </p:txBody>
      </p:sp>
      <p:pic>
        <p:nvPicPr>
          <p:cNvPr id="6" name="Picture 5">
            <a:extLst>
              <a:ext uri="{FF2B5EF4-FFF2-40B4-BE49-F238E27FC236}">
                <a16:creationId xmlns:a16="http://schemas.microsoft.com/office/drawing/2014/main" id="{A504D0BF-57F5-BF57-3677-3C318F0D7BB9}"/>
              </a:ext>
            </a:extLst>
          </p:cNvPr>
          <p:cNvPicPr>
            <a:picLocks noChangeAspect="1"/>
          </p:cNvPicPr>
          <p:nvPr/>
        </p:nvPicPr>
        <p:blipFill>
          <a:blip r:embed="rId2"/>
          <a:stretch>
            <a:fillRect/>
          </a:stretch>
        </p:blipFill>
        <p:spPr>
          <a:xfrm>
            <a:off x="1520161" y="1347537"/>
            <a:ext cx="6850263" cy="4828674"/>
          </a:xfrm>
          <a:prstGeom prst="rect">
            <a:avLst/>
          </a:prstGeom>
        </p:spPr>
      </p:pic>
    </p:spTree>
    <p:extLst>
      <p:ext uri="{BB962C8B-B14F-4D97-AF65-F5344CB8AC3E}">
        <p14:creationId xmlns:p14="http://schemas.microsoft.com/office/powerpoint/2010/main" val="185979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Introduction to System Security</a:t>
            </a:r>
          </a:p>
        </p:txBody>
      </p:sp>
      <p:pic>
        <p:nvPicPr>
          <p:cNvPr id="2" name="Picture 1">
            <a:extLst>
              <a:ext uri="{FF2B5EF4-FFF2-40B4-BE49-F238E27FC236}">
                <a16:creationId xmlns:a16="http://schemas.microsoft.com/office/drawing/2014/main" id="{90A70FB9-DD92-98CD-28D0-BC434619E3C4}"/>
              </a:ext>
            </a:extLst>
          </p:cNvPr>
          <p:cNvPicPr>
            <a:picLocks noChangeAspect="1"/>
          </p:cNvPicPr>
          <p:nvPr/>
        </p:nvPicPr>
        <p:blipFill>
          <a:blip r:embed="rId2"/>
          <a:stretch>
            <a:fillRect/>
          </a:stretch>
        </p:blipFill>
        <p:spPr>
          <a:xfrm>
            <a:off x="1532999" y="1532021"/>
            <a:ext cx="6433468" cy="4531894"/>
          </a:xfrm>
          <a:prstGeom prst="rect">
            <a:avLst/>
          </a:prstGeom>
        </p:spPr>
      </p:pic>
    </p:spTree>
    <p:extLst>
      <p:ext uri="{BB962C8B-B14F-4D97-AF65-F5344CB8AC3E}">
        <p14:creationId xmlns:p14="http://schemas.microsoft.com/office/powerpoint/2010/main" val="2754512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10</a:t>
            </a:fld>
            <a:endParaRPr lang="en-US" dirty="0"/>
          </a:p>
        </p:txBody>
      </p:sp>
      <p:sp>
        <p:nvSpPr>
          <p:cNvPr id="3" name="Title 3">
            <a:extLst>
              <a:ext uri="{FF2B5EF4-FFF2-40B4-BE49-F238E27FC236}">
                <a16:creationId xmlns:a16="http://schemas.microsoft.com/office/drawing/2014/main" id="{AFE3A2AF-177E-45E6-A191-0F8523DB7FFA}"/>
              </a:ext>
            </a:extLst>
          </p:cNvPr>
          <p:cNvSpPr txBox="1">
            <a:spLocks/>
          </p:cNvSpPr>
          <p:nvPr/>
        </p:nvSpPr>
        <p:spPr>
          <a:xfrm>
            <a:off x="371155" y="583026"/>
            <a:ext cx="867124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GitHub link</a:t>
            </a:r>
          </a:p>
        </p:txBody>
      </p:sp>
      <p:sp>
        <p:nvSpPr>
          <p:cNvPr id="5" name="TextBox 4">
            <a:extLst>
              <a:ext uri="{FF2B5EF4-FFF2-40B4-BE49-F238E27FC236}">
                <a16:creationId xmlns:a16="http://schemas.microsoft.com/office/drawing/2014/main" id="{35146FA3-2A0E-AF36-BB6D-510C560CED49}"/>
              </a:ext>
            </a:extLst>
          </p:cNvPr>
          <p:cNvSpPr txBox="1"/>
          <p:nvPr/>
        </p:nvSpPr>
        <p:spPr>
          <a:xfrm>
            <a:off x="371155" y="1414023"/>
            <a:ext cx="8778860" cy="369332"/>
          </a:xfrm>
          <a:prstGeom prst="rect">
            <a:avLst/>
          </a:prstGeom>
          <a:noFill/>
        </p:spPr>
        <p:txBody>
          <a:bodyPr wrap="square">
            <a:spAutoFit/>
          </a:bodyPr>
          <a:lstStyle/>
          <a:p>
            <a:r>
              <a:rPr lang="en-IN" dirty="0"/>
              <a:t>https://github.com/kanishkakurukuri</a:t>
            </a:r>
          </a:p>
        </p:txBody>
      </p:sp>
    </p:spTree>
    <p:extLst>
      <p:ext uri="{BB962C8B-B14F-4D97-AF65-F5344CB8AC3E}">
        <p14:creationId xmlns:p14="http://schemas.microsoft.com/office/powerpoint/2010/main" val="356323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purl.org/dc/elements/1.1/"/>
    <ds:schemaRef ds:uri="16c05727-aa75-4e4a-9b5f-8a80a1165891"/>
    <ds:schemaRef ds:uri="http://schemas.microsoft.com/office/2006/metadata/properties"/>
    <ds:schemaRef ds:uri="http://purl.org/dc/terms/"/>
    <ds:schemaRef ds:uri="71af3243-3dd4-4a8d-8c0d-dd76da1f02a5"/>
    <ds:schemaRef ds:uri="http://purl.org/dc/dcmitype/"/>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666</TotalTime>
  <Words>209</Words>
  <Application>Microsoft Office PowerPoint</Application>
  <PresentationFormat>Widescreen</PresentationFormat>
  <Paragraphs>31</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Trebuchet MS</vt:lpstr>
      <vt:lpstr>Wingdings</vt:lpstr>
      <vt:lpstr>Wingdings 3</vt:lpstr>
      <vt:lpstr>Facet</vt:lpstr>
      <vt:lpstr>Network Port Scanner</vt:lpstr>
      <vt:lpstr>PROBLEM  STATEMENT</vt:lpstr>
      <vt:lpstr>Project Description  The Network Port Scanner is a project made with Python. It checks if certain ports on a system are open or closed. It teaches them about networks and basic cybersecurity concepts in a way that's easy to understand. </vt:lpstr>
      <vt:lpstr>WHO ARE THE END USERS?</vt:lpstr>
      <vt:lpstr>Technology Used</vt:lpstr>
      <vt:lpstr>RESULTS </vt:lpstr>
      <vt:lpstr>RESULTS </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Veera Raju</cp:lastModifiedBy>
  <cp:revision>82</cp:revision>
  <dcterms:created xsi:type="dcterms:W3CDTF">2021-07-11T13:13:15Z</dcterms:created>
  <dcterms:modified xsi:type="dcterms:W3CDTF">2026-04-01T15:36:18Z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